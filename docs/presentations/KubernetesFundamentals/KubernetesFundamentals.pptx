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 immediately: this is the concept deck to watch/read before opening TUTORIAL.md in this same repo, not a standalone reference. Ten to fifteen minutes to build the mental model before the first kubectl command. Companion to this repo's TUTORIAL.md — read/watch this first, then go hands-on. No prior Kubernetes knowledge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architecture. This is the itch that motivated Kubernetes existing at all — no jargon yet, just "here's what breaks."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"why" to "how" — zoom out to the two kinds of machines before drilling into any one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two-tier model before naming any single component in depth. Emphasize that you never talk to a worker node directly — everything routes through the API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 reader to exactly what they're about to install in TUTORIAL.md Module 0, and flag the one gotcha (containerd runtime flag) before they hit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the four focus areas — go one level deeper on the motivation now that the architecture is in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each failure mode concrete with what Kubernetes actually does about it, not just the abstract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concept in the deck — everything downstream (self-healing, scaling) is this same idea running continuously. Spell out declarative vs. imperative explicitly for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focus area — open the API server door and name every piece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component's single job in order — API server first since everything else is described relative to it. Land on kubelet since it's the bridge to the worker-node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concrete request end to end so the control-plane components stop being abstract. Call out the pod-before-container ordering explicitly — it's a detail worth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focus area — move from control-plane theory into the actual objects readers will type in Module 1 and Module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real manifest of the deck — walk kind/metadata/spec so the fields aren't mysterious yet. Don't run anything yet; the mechanics of what apply actually does with this file get their own slide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the natural question — "so does apply actually deploy the Pod, or just record it?" Answer: both, in sequence, automatically. Walk each arrow against this exact manifest so it isn't abstract.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"aha" moment of the deck for a first-time reader. Before running step 3, be explicit about what it does and doesn't touch — that's the detail that makes the result land instead of feeling like a magic trick. Frame it as a problem statement, not a dead end — the breakdown of why follows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answer to "but I defined it in YAML" — the payoff for the whole deck's declarative-vs-controller distinction. Land it slowly; this is the moment that makes everything else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exact delete experiment, but this time on a Deployment-managed Pod — the contrast with the bare-Pod case is the whole point. This is the concrete payoff: the ReplicaSet controller, not apply, is what runs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and final focus area — the last two object types, then the capstone that wires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this in the fact that Pod IPs change on every delete/recreate — a Service is the direct answer to that instability.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conceptual per the high-level depth — one short illustrative snippet, not a manifest walkthrough. The base64-is-not-encryption point is the one thing to land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all four focus areas visibly compose into TUTORIAL.md's Module 5. The DNS-name-per-Service detail and the deploy-order gotcha are the two things worth remembering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"things that were harder than expected" for an onboarding audience — real failure modes pulled straight from the tutorial's own troubleshooting notes,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single unifying idea before handing off to TUTORIAL.md — everything walked through today is one mechanism wearing different hats.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 handoff — this is the deck's actual job, to end with the reader opening a terminal and starting Module 0 with the mental model already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no more — the last line is the one thing worth remembering walking into Module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Kubernetes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DF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Fundamentals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0" y="3566160"/>
            <a:ext cx="12188952" cy="54864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before the hands-on territory: what Kubernetes is, and why every object exists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63093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" kern="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Manually managing containers on a single host breaks down in three predictable ways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runs out of resources — you're stuck, no way to scale further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container dies and nothing notices — it just sits there, silently not serving traffic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machine itself dies — every container on it dies too, nothing brings them back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exists to automate lifecycle, scaling, and recovery across a pool of machines instead of one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Cluster Is Architected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vs. worker nodes, at a glance.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at a Glance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(API server, etcd,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scheduler, ctrl-mgr)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20740" y="1943100"/>
            <a:ext cx="347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8212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8212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Node(s)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(kubelet, runtime,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447288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= the brain, makes decisions, doesn't run your workloads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231386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 = the muscle, where containers actually execute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015484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kubectl command goes through exactly one door: the API server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5799582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Minikube, both roles run on one machine — kubectl get nodes shows a single node doing double duty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Toolchain for This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— the CLI, runs on your machine, talks to whatever cluster your config points at (local or cloud)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Minikube — single-machine stand-in for a real cluster; commands learned here work unchanged against production later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 driver — Minikube's own docs mark it experimental; --driver=docker is the safe fallback if you hit a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--container-runtime=containerd — required explicitly on macOS + Podman, or you'll hit a confusing ImageInspectError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Kubernetes Exists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failure modes, and the reconciliation loop that fixes all three.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Three Failure Modes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runs out of resources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06824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6824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06824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silently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6448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156448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out of resources → Kubernetes schedules new pods onto any node in the pool with room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368546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→ a controller notices within seconds and replaces it, no page needed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106924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 → its pods reschedule onto surviving nodes automatically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5845302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three are the same fix: desired state didn't change, only actual state did, and Kubernetes keeps closing that gap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Declarative Reconciliation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it again with no changes: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pod/hello-pod unchanged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Declarative, not imperative: you describe the end state you want, not the steps to get there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 means "make the cluster match this file" — once, then it exits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Re-running apply reports unchanged — a fresh one-time diff, not proof of an ongoing watch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enforcement comes from a controller, not from apply — a bare Pod has none, a Deployment does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vs. Worker Nodes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 every component behind the API server door.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Components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front door; all communication in Kubernetes goes through it, and it's the only component that talks directly to etcd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strongly-consistent key-value store holding all cluster state; lose it, you lose the cluster's memory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job: picks which node a new Pod lands 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 manager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the background reconciliation loops that compare desired vs. actual state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on every node (control plane included); starts/stops containers per API server instructions and reports status back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Request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46732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94204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4204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83736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31208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31208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20740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68212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8212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57744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05216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5216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94748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14222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222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Runtime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12724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1) kubectl command sent to the API server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62102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2) API server validates it, saves the plan to etcd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3) API server asks the scheduler which node to use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4608576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4) Scheduler picks a node; decision recorded back in etcd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5102352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5–6) API server tells kubelet on that node to build it; kubelet runs the container-engine commands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559612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7) kubelet continuously reports status back to the API server → etcd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08990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is created first, container is created inside it second — never the reverse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Pods, Deployments &amp; Self-Healing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bare Pod isn't enough — and what fixes it.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Pods: The Atomic Unit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name: hello-container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nginx:alpine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Smallest deployable unit — a thin wrapper around one or more containers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kind: Pod is case-sensitive; lowercase pod fails outright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labels are just a tag on the object — inert until something else reads them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spec.containers is a list — a Pod can hold more than one container, though most hold exactly one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apply Actually Does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pod.yaml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(validate + save)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(pick a node)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(pull image, start container)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 — apply genuinely deploys what's in the file: this manifest becomes one real, running container, not just a stored record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964838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-f pod.yaml sends the file to the API server, which validates it and saves the desired state to etcd — nothing is running yet at this point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4619549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scheduler decides which node hello-pod belongs on and records that decision; it doesn't start anything itself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5274259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on that node does the real work: pulls nginx:alpine and starts hello-container inside a new Pod sandbox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5928970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reports Running back to the API server — that's exactly the status kubectl get pods displays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Experiment: Delete It and Watch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       # 1. create 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               # 2. confirm: Running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delete pod hello-pod    # 3. remove the live object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               # 4. check again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No resources found in default namespace.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sequence isolates one specific question: whether the file's mere presence is enough to keep the Pod alive on its own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3 deletes only the live object in the cluster — pod.yaml on your laptop is never read, touched, or invalidated by 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file and a cluster object are two separate things, linked only for the instant apply runs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Result: it does not come back — the file being right there, untouched, turns out not to matter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Doesn't It Come Back?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created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007A90"/>
          </a:solidFill>
          <a:ln w="317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exits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(nothing left running)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218688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runs exactly once: read the file, create the Pod, exit — nothing stays behind to keep enforcing it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779520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only ever removes the live object in the cluster — pod.yaml on disk is never read, touched, or invalidated by 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340352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Pod becomes a plain record in etcd with no controller attached to 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901184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Nothing is asking "does hello-pod still exist?" on a loop, so nothing notices when the answer becomes no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5462016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file and a cluster object are linked only for the instant apply runs — after that, editing or deleting one has zero effect on the other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022848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bug — it's the exact gap a controller is built to close, which is exactly what a Deployment adds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 → ReplicaSet → Pod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Pod(s)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44368"/>
            <a:ext cx="6040984" cy="36393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081528"/>
            <a:ext cx="5675224" cy="33649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      # a full Pod spec, nested one level deeper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18224" y="2944368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doesn't run containers directly — it manages a ReplicaSet, and the ReplicaSet IS a controller: a background process maintaining a fixed Pod count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8224" y="3854196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one managed Pod: it disappears, a brand-new one (new random suffix) appears almost immediately — with no re-apply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8224" y="4764024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bare Pod has no such process watching it; a Deployment-managed Pod does — that's the entire difference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8224" y="5673852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scale --replicas=5 just changes what "desired" means; the same controller loop does the rest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Services, Config/Secrets &amp; the Capstone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networking, externalized config, and how it all composes.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Services: Stable Addresses Over Disposable Pods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expose deployment hello-deploy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--port=80 --target-port=80 --name=hello-service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TYPE: ClusterIP   CLUSTER-IP: 10.x.x.x (stays fixed)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Pod gets its own IP, but Pods are disposable — you just proved that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Service is a permanent address that tracks whichever Pods match its label selector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 (default) — internal-only; NodePort — opens a port in the 30000–32767 range for external access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Proof: delete a Pod behind a Service — CLUSTER-IP stays exactly the same the whole time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ConfigMaps &amp; Secrets: Externalizing Config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container image should run unmodified across dev, staging, prod — only config and credentials should differ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= plain configuration; Secret = sensitive values — same injection mechanism for both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referenced from a Pod via valueFrom.configMapKeyRef / valueFrom.secretKeyRef, injected as env vars at startup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are base64 encoded, not encrypted — anyone with API access can trivially decode them; fine for practice, not for production as-is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Capstone: Wiring It All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creds)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ClusterIP Svc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URL)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NodePort Svc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object type covered so far combines into one two-tier system (web app + MongoDB)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128516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gives every Service a DNS name matching its metadata.name — mongo-service resolves automatically, no IP involved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4946904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order matters: the database's config must exist before the app that depends on 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5765292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wiring: kubectl exec deploy/webapp-deploy -- printenv MONGO_URL prints the full connection string, assembled purely from cluster objects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Gotchas &amp; Lessons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common real failure across Modules 1–5: a typo in key: or name: inside a configMapKeyRef/secretKeyRef → shows up as CreateContainerConfigError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describe pod → the Events section is always the first move to diagnose a broken Pod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Podman's Minikube driver is explicitly experimental — --driver=docker is the fallback if you hit an uncovered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Base64 is encoding, not encryption — don't mistake a Secret for something actually secured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Insight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11274552" cy="409651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29968"/>
            <a:ext cx="73152" cy="409651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67128"/>
            <a:ext cx="10954512" cy="3822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guarantee Kubernetes makes — self-healing, scaling, zero-downtime rollout — reduces to one idea: you declare desired state, and a control loop never stops trying to make reality match it</a:t>
            </a:r>
            <a:endParaRPr lang="en-US" sz="2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Next: Open TUTORIAL.md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deck was the map — the territory starts now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TUTORIAL.md, start at Module 0 (Setup &amp; Orientation): install Podman, start Minikube, run your first real kubectl get nodes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1–6 build in exactly today's order: Pods → Deployments → Services → Config/Secrets → Capstone → Cleanup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docs/kubernetes-fundamentals-notes.md has the CKA/CKAD-style deeper reference once a concept clicks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11274552" cy="446227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446227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10954512" cy="4187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automates lifecycle, scaling, and recovery — a dead container or a dead machine shouldn't take your app down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you'll touch is either control-plane brain (API server, etcd, scheduler, controller manager) or worker-node muscle (kubelet + its Pods)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It's all one reconciliation loop wearing different hats — remember that, and nothing from here on feels like unexplained magic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KubernetesFundamentals Presentation</dc:title>
  <dc:subject>PptxGenJS Presentation</dc:subject>
  <dc:creator>gen-presentation</dc:creator>
  <cp:lastModifiedBy>gen-presentation</cp:lastModifiedBy>
  <cp:revision>1</cp:revision>
  <dcterms:created xsi:type="dcterms:W3CDTF">2026-08-09T20:20:52Z</dcterms:created>
  <dcterms:modified xsi:type="dcterms:W3CDTF">2026-08-09T20:20:52Z</dcterms:modified>
</cp:coreProperties>
</file>
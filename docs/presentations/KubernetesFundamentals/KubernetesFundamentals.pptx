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open the API server door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control-plane components stop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reader: run the delete experiment and watch the Pod not come back. Frame it as a problem statement, not a dead end — the breakdown of why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answer to "but I defined it in YAML" — the payoff for the whole deck's declarative-vs-controller distinction. Land it slowly; this is the moment that makes everything else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experiment, but this time on a Deployment-managed Pod — the contrast with the bare-Pod case is the whole point. This is the concrete payoff: the ReplicaSet controller, not apply, is what runs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Pod IPs change on every delete/recreate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once, then it exits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reports unchanged — a fresh one-time diff, not proof of an ongoing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enforcement comes from a controller, not from apply — a bare Pod has none, a Deployment does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54496" y="2574950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54496" y="3577133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 are just a tag on the object — inert until something else reads them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54496" y="4579315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experiment: kubectl delete pod hello-pod → kubectl get pods → No resources found in default namespace.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54496" y="558149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 not come back, even though you defined it in pod.yaml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Doesn't It Come Back?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created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007A90"/>
          </a:solidFill>
          <a:ln w="317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exits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(nothing left running)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18688"/>
            <a:ext cx="11274552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runs exactly once: read the file, create the Pod, exit — nothing stays behind to keep enforcing 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" y="3891686"/>
            <a:ext cx="11274552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Pod becomes a plain record in etcd with no controller attached to it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4564685"/>
            <a:ext cx="11274552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is asking "does hello-pod still exist?" on a loop, so nothing notices when the answer becomes no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5237683"/>
            <a:ext cx="11274552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pod.yaml on your laptop only mattered at the moment you ran apply — after that it has no ongoing connection to the cluster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7200" y="5910682"/>
            <a:ext cx="11274552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bug — it's the exact gap a controller is built to close, which is exactly what a Deployment adds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and the ReplicaSet IS a controller: a background process maintaining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 — with no re-apply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bare Pod has no such process watching it; a Deployment-managed Pod does — that's the entire difference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controller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object type covered so far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2026-08-09T20:00:52Z</dcterms:created>
  <dcterms:modified xsi:type="dcterms:W3CDTF">2026-08-09T20:00:52Z</dcterms:modified>
</cp:coreProperties>
</file>